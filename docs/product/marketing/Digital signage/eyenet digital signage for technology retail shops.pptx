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Roboto"/>
              </a:rPr>
              <a:t>Eyenet Digital Signage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06B6D4"/>
                </a:solidFill>
                <a:latin typeface="Roboto"/>
              </a:rPr>
              <a:t>for Technology Retail Shops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9E0B"/>
                </a:solidFill>
                <a:latin typeface="Roboto"/>
              </a:rPr>
              <a:t>Open. Flexible. Owner-controlled.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Roboto"/>
              </a:rPr>
              <a:t>Eyenet Vision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Open Hardware &amp; No Multi-Sensor Setup Burden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"deploy faster with no complex multi-sensor setup burden, run on everyday open hardware instead of locked camera ecosystems"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Works with everyday cameras and standard compute hardware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Supports mixed hardware generations across store estates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Avoids lock-in to closed camera vendors and proprietary appliance chains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Simplifies deployment architecture for demographic-aware signage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Enables staged rollout instead of full-store replacement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Lower replacement risk when device vendors change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Flexible Display Endpoints — Wall to Laptop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"operate signage from big wall screens and entrance LED panels down to single tabletop laptops"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Big wall displays — hero product narratives and brand campaigns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Entrance LED panels — dynamic campaign hooks at the door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Mid-store digital screens — zone-specific promotions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Counter displays — assisted selling and targeted offers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Single tabletop laptops — zero-infrastructure endpoint option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Same campaign logic delivered across all endpoint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No Bulky Booth Lock-In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"remove the operational burden of bulky, rigid booth models"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Marketing teams no longer trapped in fixed kiosk/booth models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Campaigns can be changed without infrastructure redesign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campaign updates without rebuilding physical layouts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Less physical reconfiguration for new promotions or launches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Better support for seasonal and launch-driven retail cadence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Lower capex pressure when scaling to new store zones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Web + Mobile Access from Anywhere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"manage campaigns from anywhere using any device via web dashboard and mobile apps"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Owners, marketing teams, and managers access operations remotely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Any device supported: desktop, tablet, or smartphone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Teams stay operational without being tied to in-store control stations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Campaign uploads, endpoint assignments, and scheduling from any location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response to floor-level changes or urgent campaign needs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Real-Time Campaign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"monitor guest engagement in real time and adjust content on the fly"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Live monitoring of guest engagement while campaigns are running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Real-time campaign adjustments without physical intervention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campaign launch cycles — upload video, assign endpoint, go live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Central reporting accessible from any device by managers and decision makers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Unified performance visibility across all stores and zones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Faster decision cycles for budget and campaign 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Role-Based Dashboards per Stakeholder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"give every stakeholder — owner, manager, marketer, IT — their own role-based view"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Owners: business KPIs and strategic performance summaries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Marketing teams: campaign metrics and engagement analytics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Technical teams: system health and operational status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Regional managers: cross-store performance comparisons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Sales associates: context-ready display support for consultative selling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Custom dashboard configuration per enterprise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Decoupled Multi-Camera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"run multi-camera analytics decoupled from signage points for full store intelligence"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Multiple camera points per installation, independent of signage cameras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Analytics coverage and signage coverage designed separately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Better flexibility in store layout and camera planning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Scalable expansion without redesigning signage hardware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Edge-capable: local processing options for resilience and privacy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Modular scaling: start with one zone, expand store-wide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Roboto"/>
              </a:rPr>
              <a:t>Age / Gender Distributions, Heatmaps &amp; Individual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F46E5"/>
                </a:solidFill>
                <a:latin typeface="Roboto"/>
              </a:rPr>
              <a:t>"understand audiences through age and gender distributions, proximity heatmaps, and individual-level engagement data"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Age and gender distribution analytics across store zones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Proximity heatmaps showing customer movement and dwell concentration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Granular engagement insights down to individual-level events*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Combined analytics from both signage and analytics camera types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More accurate audience understanding for campaign targeting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Stronger evidence for ROI and merchandising decisions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374151"/>
                </a:solidFill>
                <a:latin typeface="Roboto"/>
              </a:rPr>
              <a:t>• * Subject to local legal and privacy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Roboto"/>
              </a:rPr>
              <a:t>Eyenet Vision  |  Technology Retail Pitch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Roboto"/>
              </a:rPr>
              <a:t>Scalable. Open. Retail-Ready.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6B6D4"/>
                </a:solidFill>
                <a:latin typeface="Roboto"/>
              </a:rPr>
              <a:t>Where the owner stays in control of hardware, data, and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C7D2FE"/>
                </a:solidFill>
                <a:latin typeface="Roboto"/>
              </a:rPr>
              <a:t>• store all data in owner-controlled infrastructure — internal disks, NAS arrays, or cloud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7D2FE"/>
                </a:solidFill>
                <a:latin typeface="Roboto"/>
              </a:rPr>
              <a:t>• no vendor lock-in on capacity or hardware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7D2FE"/>
                </a:solidFill>
                <a:latin typeface="Roboto"/>
              </a:rPr>
              <a:t>• open by default  ·  edge-capable  ·  modular scaling  ·  display-agnostic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Roboto"/>
              </a:rPr>
              <a:t>Eyenet Vision  |  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F51B5"/>
                </a:solidFill>
              </a:defRPr>
            </a:pPr>
            <a:r>
              <a:t>Visual Gallery — AI Concept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Representative persona visuals for Slides 2-9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tions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2538"/>
            <a:ext cx="2438400" cy="1421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Actions Edit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136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aytics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552538"/>
            <a:ext cx="2438400" cy="1421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6136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Anaytics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65520" y="12801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mera-analytics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0" y="1552538"/>
            <a:ext cx="2438400" cy="1421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5520" y="32461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Camera Analytics 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igital-signage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67138"/>
            <a:ext cx="2438400" cy="14212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Digital Signage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136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gnage-android-ap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4229100"/>
            <a:ext cx="2438400" cy="1097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6136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Signage Android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520" y="3794760"/>
            <a:ext cx="2621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oft-camera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4967" y="3886200"/>
            <a:ext cx="802385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5520" y="5760720"/>
            <a:ext cx="262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Soft Camera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99999"/>
                </a:solidFill>
              </a:defRPr>
            </a:pPr>
            <a:r>
              <a:t>Eyenet Vision  |  Technology Retail Pitch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