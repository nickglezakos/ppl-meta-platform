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1828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Eyenet for Smart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6B6D4"/>
                </a:solidFill>
              </a:defRPr>
            </a:pPr>
            <a:r>
              <a:t>Intelligent Urban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Urban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Data silos in city management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Inefficient public communication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Fragmented safety systems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Lack of real-time urban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Smart City Pitch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Eyenet Solution</a:t>
            </a:r>
          </a:p>
          <a:p>
            <a:r>
              <a:t>• Strategic focal points across city buildings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AI-powered display network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Edge-computing analytics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Unified management platform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Privacy-first citizen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Smart City Pitch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Traffic &amp; Intersections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Real-time congestion alerts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Adaptive transit signaling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Pedestrian safety warnings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Historical flow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Smart City Pitch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Public Transit Hubs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Dynamic schedule updates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Passenger flow optimization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Intermodal connection info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Targeted local service 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Smart City Pitch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Public Safety &amp;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Emergency broadcast system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Crowd density monitoring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Missing person alerts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Weather/hazard warnings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Smart City Pitch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Tourism &amp; City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Interactive wayfinding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Multilingual event updates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Local business promotions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Digital heritage guides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Smart City Pitch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Environmental Messaging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Live air quality indexing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Resource conservation tips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Green zone notifications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Sustainability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Smart City Pitch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Stakeholder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Mayor: Tech-forward leadership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Operations: Cost-effective management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Citizens: Enhanced urban mobility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Smart City Pitch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Technical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On-premise edge servers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Secure camera integration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Low-latency display sync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API-first municipal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Smart City Pitch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ROI &amp; City KPIs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Reduced emergency response time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Increased public transport usage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Lower operational overhead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Enhanced citizen satisfaction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Smart City Pitch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Urban area assessment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3-month connectivity pilot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Integration with city data</a:t>
            </a:r>
          </a:p>
          <a:p>
            <a:pPr>
              <a:spcBef>
                <a:spcPts val="1000"/>
              </a:spcBef>
              <a:defRPr sz="2000">
                <a:solidFill>
                  <a:srgbClr val="374151"/>
                </a:solidFill>
              </a:defRPr>
            </a:pPr>
            <a:r>
              <a:t>• Phased city-wide rollout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Smart City Pitch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City Focal Point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Government: City Hall, Service Centers, Libraries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Transit: Stations, Public Squares, Parking Hubs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Community: Hospitals, Clinics, Schools, Universities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Tourism: Kiosks, Sports Venues, Cultural Sites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Dual-Message Content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9900"/>
                </a:solidFill>
              </a:defRPr>
            </a:pPr>
            <a:r>
              <a:t>Civic Messaging (60%)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Emergency Alerts</a:t>
            </a:r>
          </a:p>
          <a:p>
            <a:pPr>
              <a:defRPr sz="1600"/>
            </a:pPr>
            <a:r>
              <a:t>• Public Health Notices</a:t>
            </a:r>
          </a:p>
          <a:p>
            <a:pPr>
              <a:defRPr sz="1600"/>
            </a:pPr>
            <a:r>
              <a:t>• Infrastructure Updates</a:t>
            </a:r>
          </a:p>
          <a:p>
            <a:pPr>
              <a:defRPr sz="1600"/>
            </a:pPr>
            <a:r>
              <a:t>• Community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9900"/>
                </a:solidFill>
              </a:defRPr>
            </a:pPr>
            <a:r>
              <a:t>Local Business Support (40%)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Small Business Spotlights</a:t>
            </a:r>
          </a:p>
          <a:p>
            <a:pPr>
              <a:defRPr sz="1600"/>
            </a:pPr>
            <a:r>
              <a:t>• Local Service Promos</a:t>
            </a:r>
          </a:p>
          <a:p>
            <a:pPr>
              <a:defRPr sz="1600"/>
            </a:pPr>
            <a:r>
              <a:t>• Nearby Dining/Retail</a:t>
            </a:r>
          </a:p>
          <a:p>
            <a:pPr>
              <a:defRPr sz="1600"/>
            </a:pPr>
            <a:r>
              <a:t>• Job Availability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Execution Blueprint by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9900"/>
                </a:solidFill>
              </a:defRPr>
            </a:pPr>
            <a:r>
              <a:t>Government Buildings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Purpose: Operational efficiency &amp; visitor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9900"/>
                </a:solidFill>
              </a:defRPr>
            </a:pPr>
            <a:r>
              <a:t>Mobility &amp; Community Hubs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Purpose: High-reach civic alerts &amp; business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