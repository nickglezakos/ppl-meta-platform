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57600"/>
            <a:ext cx="18288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6B6D4"/>
                </a:solidFill>
              </a:defRPr>
            </a:pPr>
            <a:r>
              <a:t>Eyenet Digital Signage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The Challenge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822960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7680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Static signage doesn't engage guests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No visibility into guest behavior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Missed revenue opportunities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Generic experience for all guests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Can't measure marketing effectiveness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Lost operational efficiency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Eyenet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Eyenet Vision | Hotel Pitch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The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822960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7680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Intelligent displays powered by AI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Real-time demographic analysis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Automated, personalized content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Data-driven guest experience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Complete data privacy (on-premises)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Measurable ROI in 6-12 months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Eyenet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Eyenet Vision | Hotel Pitch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Lobby &amp; Entrance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822960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7680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Personalized welcome messages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Real-time occupancy status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VIP recognition for loyalty members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Foot traffic analytics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Guest feels welcomed &amp; valued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Eyenet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Eyenet Vision | Hotel Pitch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Restaurant &amp; Dining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822960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7680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Dynamic time-of-day menus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Demographic-based recommendations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Real-time availability updates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Targeted promotions by guest type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Results: +15-20% volume increase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Eyenet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Eyenet Vision | Hotel Pitch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Hallways &amp; Elevators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822960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7680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Floor-specific information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Service hours &amp; reminders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Personalized local recommendations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Emergency procedures always visible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Hallways become value-add spaces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Eyenet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Eyenet Vision | Hotel Pitch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Convention &amp; Meeting Spaces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822960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7680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Real-time wayfinding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Meeting status &amp; attendance tracking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Event-specific branding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Break time promotions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Zero confusion, maximum engagement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Eyenet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Eyenet Vision | Hotel Pitch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Wellness &amp; Recreation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822960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7680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Live class schedules &amp; occupancy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Personalized fitness recommendations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Motivational content by time/type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Equipment availability status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Increased facility utilization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Eyenet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Eyenet Vision | Hotel Pitch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Benefits: Ownership &amp;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822960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7680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Revenue: Restaurant/room upsells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Operational: Reduced staff time, printing costs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Intelligence: Guest flow &amp; behavior data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Experience: Higher NPS &amp; repeat bookings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Positioning: Technology-forward brand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Eyenet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Eyenet Vision | Hotel Pitch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Benefits: Front-Line Staff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822960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7680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Morning briefings on special guests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Less repetitive information delivery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Better service recovery tools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More focus on hospitality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Modern work environment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Eyenet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Eyenet Vision | Hotel Pitch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Benefits: Guest Experience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822960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7680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Personalization throughout stay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Information exactly when needed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No confusion or frustration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Modern, premium feel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Emotional connection to brand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Eyenet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Eyenet Vision | Hotel Pitch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Implementation: Phased Approach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822960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7680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Phase 1: Lobby, restaurants, elevators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Phase 2: Convention, wellness, rooms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Phase 3: Checkout, concierge, full integration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Timeline: 60-day pilot, then full rollout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Training &amp; support included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Eyenet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Eyenet Vision | Hotel Pitch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Data &amp; Security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822960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7680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• Network-connected displays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• IP cameras (or existing security)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• Standard business-grade servers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• Display management software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• All data on-premises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• No cloud dependency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• Full privacy control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• GDPR/CCPA compliant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Eyenet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Eyenet Vision | Hotel Pitch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Return on Investment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822960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7680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Restaurant/bar upsells: +15-20%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Room upgrades: +20%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Ancillary services: +25%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Quick wins: 2-3 months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Full ROI: 6-12 months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Eyenet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Eyenet Vision | Hotel Pitch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Guest &amp; Revenue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822960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7680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• Staff time reduction: -30%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• Service response: -25%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• Display management: -50%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• NPS improvement: +5-10 points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• Repeat bookings: +10%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• Revenue growth: +15-40%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Eyenet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Eyenet Vision | Hotel Pitch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Your Competitive Edge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822960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7680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Lead on personalized guest experience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Maximize revenue per square foot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Data-driven operational decisions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Premium brand positioning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Future-ready infrastructure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Eyenet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Eyenet Vision | Hotel Pitch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Next Steps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822960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7680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1. Property assessment &amp; design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2. 60-day pilot in high-impact area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3. Measure baselines &amp; optimize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4. Plan full property rollout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5. Staff training &amp; deployment</a:t>
            </a:r>
          </a:p>
          <a:p>
            <a:pPr>
              <a:spcBef>
                <a:spcPts val="1000"/>
              </a:spcBef>
              <a:defRPr sz="1800">
                <a:solidFill>
                  <a:srgbClr val="374151"/>
                </a:solidFill>
              </a:defRPr>
            </a:pPr>
            <a:r>
              <a:t>Eyenet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Eyenet Vision | Hotel Pitch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57600"/>
            <a:ext cx="18288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6B6D4"/>
                </a:solidFill>
              </a:defRPr>
            </a:pPr>
            <a:r>
              <a:t>Partner with Eyenet Vision 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