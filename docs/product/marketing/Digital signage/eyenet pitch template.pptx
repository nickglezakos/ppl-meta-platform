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F46E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9144000" cy="22860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Eyenet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AI-Driven Digital Signage for Modern Hotels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0F172A"/>
                </a:solidFill>
              </a:defRPr>
            </a:pPr>
            <a:r>
              <a:t>Challenges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Static content logs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No behavioral data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Missed upsells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09728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366F1"/>
                </a:solidFill>
              </a:defRPr>
            </a:pPr>
            <a:r>
              <a:t>Potential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Dynamic engagement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Real-time analytics</a:t>
            </a:r>
          </a:p>
          <a:p>
            <a:pPr>
              <a:defRPr sz="1800">
                <a:solidFill>
                  <a:srgbClr val="374151"/>
                </a:solidFill>
              </a:defRPr>
            </a:pPr>
            <a:r>
              <a:t>• Revenue growth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Solution Snapshot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2000"/>
              </a:spcAft>
              <a:defRPr sz="2400">
                <a:solidFill>
                  <a:srgbClr val="0F172A"/>
                </a:solidFill>
              </a:defRPr>
            </a:pPr>
            <a:r>
              <a:t>• AI-powered computer vision</a:t>
            </a:r>
          </a:p>
          <a:p>
            <a:pPr>
              <a:spcAft>
                <a:spcPts val="2000"/>
              </a:spcAft>
              <a:defRPr sz="2400">
                <a:solidFill>
                  <a:srgbClr val="0F172A"/>
                </a:solidFill>
              </a:defRPr>
            </a:pPr>
            <a:r>
              <a:t>• Demographic-aware content</a:t>
            </a:r>
          </a:p>
          <a:p>
            <a:pPr>
              <a:spcAft>
                <a:spcPts val="2000"/>
              </a:spcAft>
              <a:defRPr sz="2400">
                <a:solidFill>
                  <a:srgbClr val="0F172A"/>
                </a:solidFill>
              </a:defRPr>
            </a:pPr>
            <a:r>
              <a:t>• On-premise privacy first</a:t>
            </a:r>
          </a:p>
          <a:p>
            <a:pPr>
              <a:spcAft>
                <a:spcPts val="2000"/>
              </a:spcAft>
              <a:defRPr sz="2400">
                <a:solidFill>
                  <a:srgbClr val="0F172A"/>
                </a:solidFill>
              </a:defRPr>
            </a:pPr>
            <a:r>
              <a:t>• Unified cloud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8016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366F1"/>
                </a:solidFill>
              </a:defRPr>
            </a:pPr>
            <a:r>
              <a:t>Lobby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VIP Recognition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0" y="109728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366F1"/>
                </a:solidFill>
              </a:defRPr>
            </a:pPr>
            <a:r>
              <a:t>Restaurant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Dynamic Menu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6576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840479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366F1"/>
                </a:solidFill>
              </a:defRPr>
            </a:pPr>
            <a:r>
              <a:t>Meeting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Wayfinding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3657600"/>
            <a:ext cx="384048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79"/>
            <a:ext cx="34747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000">
                <a:solidFill>
                  <a:srgbClr val="6366F1"/>
                </a:solidFill>
              </a:defRPr>
            </a:pPr>
            <a:r>
              <a:t>Wellness</a:t>
            </a:r>
          </a:p>
          <a:p>
            <a:pPr>
              <a:defRPr sz="1600">
                <a:solidFill>
                  <a:srgbClr val="374151"/>
                </a:solidFill>
              </a:defRPr>
            </a:pPr>
            <a:r>
              <a:t>Schedules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Stakeholder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6366F1"/>
                </a:solidFill>
              </a:defRPr>
            </a:pPr>
            <a:r>
              <a:t>Owners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ROI &amp; Brand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0" y="109728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1280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6366F1"/>
                </a:solidFill>
              </a:defRPr>
            </a:pPr>
            <a:r>
              <a:t>Ops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Efficiency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097280"/>
            <a:ext cx="274320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2560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800">
                <a:solidFill>
                  <a:srgbClr val="6366F1"/>
                </a:solidFill>
              </a:defRPr>
            </a:pPr>
            <a:r>
              <a:t>Guests</a:t>
            </a:r>
          </a:p>
          <a:p>
            <a:pPr algn="ctr">
              <a:defRPr sz="1400">
                <a:solidFill>
                  <a:srgbClr val="374151"/>
                </a:solidFill>
              </a:defRPr>
            </a:pPr>
            <a:r>
              <a:t>Experience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Technical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54880" y="1097280"/>
            <a:ext cx="3931920" cy="5029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356616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Security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ROI &amp;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286000"/>
            <a:ext cx="2743200" cy="1828800"/>
          </a:xfrm>
          <a:prstGeom prst="round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+20% Revenue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286000"/>
            <a:ext cx="2743200" cy="1828800"/>
          </a:xfrm>
          <a:prstGeom prst="round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91840" y="28346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-30% Costs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2286000"/>
            <a:ext cx="2743200" cy="1828800"/>
          </a:xfrm>
          <a:prstGeom prst="round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283464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+15 NPS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solidFill>
                  <a:srgbClr val="374151"/>
                </a:solidFill>
              </a:defRPr>
            </a:pPr>
            <a:r>
              <a:t>Eyenet Vision | Hotel Pitch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F172A"/>
                </a:solidFill>
              </a:defRPr>
            </a:pPr>
            <a:r>
              <a:t>1. Property Audit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2. Pilot Hardware Install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3. Content Strategy</a:t>
            </a:r>
          </a:p>
          <a:p>
            <a:pPr>
              <a:defRPr sz="2800" b="1">
                <a:solidFill>
                  <a:srgbClr val="0F172A"/>
                </a:solidFill>
              </a:defRPr>
            </a:pPr>
            <a:r>
              <a:t>4. Full Go-Live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