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2744"/>
                </a:solidFill>
              </a:defRPr>
            </a:pPr>
            <a:r>
              <a:t>Eyenet-vision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Core Functionalities &amp; Features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Version 2.23.1  |  January 15, 2026  |  Confidential</a:t>
            </a:r>
          </a:p>
        </p:txBody>
      </p:sp>
      <p:pic>
        <p:nvPicPr>
          <p:cNvPr id="4" name="Picture 3" descr="eyen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786743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60020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"Turning ordinary cameras into an intelligent, always-on assistant for safer, smarter, more efficient operations."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297680" cy="22860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Counts visitors, detects unusual events, and drives automated responses in real time.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Runs locally on owner-controlled hardware with privacy-first, offline-capable operation.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Scales from a single camera to multi-site estates without per-camera licensing ceilings.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508760"/>
            <a:ext cx="3474720" cy="438912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atform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581912"/>
            <a:ext cx="3328416" cy="3767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9240" y="546811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The Eyenet-vision Platform — Turning Every Camera into an Intelligent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How Eyenet Multiplies Human Operation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Boost Moderate Cameras to Powerful Machine Vision Nodes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"Turn any camera into an intelligent sensor with real-time analytics and no specialized hardware burden."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389120" cy="256032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Turn IP, WiFi, and mobile cameras into intelligent machine-vision nodes.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Run face detection, people counting, demographics, and route tracking on-device.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Scale from a single lens to a facility-wide mesh without changing platform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34440"/>
            <a:ext cx="3429000" cy="452628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tform 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307592"/>
            <a:ext cx="3282696" cy="3904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5330952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The Eyenet-vision Platform — Turning Every Camera into an Intelligent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Operational Coverage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Track human activity, regulate access, and protect restricted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"Replace manual checks with always-on monitoring that counts, alerts, and documents events automatically."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389120" cy="256032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Real-time people tracking, attendance, route analysis, and dwell-time mapping.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Automatic headcount, checkpoint oversight, and unauthorized-access alerts.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Virtual perimeters, lone-worker monitoring, PPE checks, and incident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34440"/>
            <a:ext cx="3429000" cy="452628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yenet 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307592"/>
            <a:ext cx="3282696" cy="3904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5330952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Advanced Security — Real-Time Monitoring and Intelligent Threat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Audience-Aware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Drive digital signage and workflows from live vision events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"Cameras read the room and trigger content, notifications, and third-party actions in milliseconds."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389120" cy="256032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Switch playlists, promotions, and emergency messages based on age, gender, group size, and behavior.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Configure per-camera triggers with configurable conditions and AND/OR logic.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Measure impressions, dwell time, and engagement to prove signage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34440"/>
            <a:ext cx="3429000" cy="452628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gital sig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307592"/>
            <a:ext cx="3282696" cy="3904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5330952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Dynamic Digital Signage — Audience-Aware Content That Adapts in Real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Advanced Protection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Control entry points, restricted areas, VIP coverage, and remote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"One platform coordinates access control, perimeter alerts, VIP recognition, and remote supervision."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389120" cy="256032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Protect entrances, gates, and checkpoints with identity awareness and audit trails.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Stream person-of-interest alerts to security eyewear and mobile devices.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Manage every camera, trigger, and dashboard remotely from web or mobile with no cloud video dependency.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34440"/>
            <a:ext cx="3429000" cy="452628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P 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307592"/>
            <a:ext cx="3282696" cy="3904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5330952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VIP Protection — Discreet Recognition and Priority Alert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Instant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Get started quickly on everyday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"Deploy with standard compute, no forced GPU servers, and no per-camera licensing ceiling."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389120" cy="256032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Start with 16 GB RAM and a modern CPU using cameras you already own.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Bring the first detection online in minutes from IP, WiFi, or phone-based cameras.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Expand from one room to multi-site estates without redesigning the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234440"/>
            <a:ext cx="3429000" cy="452628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stant 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307592"/>
            <a:ext cx="3282696" cy="3904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03520" y="5330952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Instant Deployment — Up and Running in Minutes, Not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Key Differentiators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"A privacy-first machine-vision platform designed for owner control, flexible automation, and practical scale."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794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11096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Privacy-first on-premises processing and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28800"/>
            <a:ext cx="3794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9385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11096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Offline-capable operation without internet dependency.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88336"/>
            <a:ext cx="3794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79806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Scales from one camera to enterprise-wide deployments.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688336"/>
            <a:ext cx="3794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79806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706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Secure by design with encryption, access control, and VPN-ready connectivity.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3794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6576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30168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Integration-ready with REST APIs, webhooks, and third-party connectors.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547872"/>
            <a:ext cx="3794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36576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30168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Event-driven intelligence with per-camera automation and multi-action orchestration.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434840"/>
            <a:ext cx="2880360" cy="1737360"/>
          </a:xfrm>
          <a:prstGeom prst="roundRect">
            <a:avLst/>
          </a:prstGeom>
          <a:solidFill>
            <a:srgbClr val="1A2744"/>
          </a:solidFill>
          <a:ln>
            <a:solidFill>
              <a:srgbClr val="1A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ccess 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4507992"/>
            <a:ext cx="2734056" cy="11155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60720" y="5742432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Intelligent Access Control — Seamless Entry Management Powered by Vision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Core Platform Functionalities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"The platform combines computer vision, hardware integration, triggers, media handling, and communications into one operating layer."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Computer Vision, Cameras,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91840" cy="32004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People analytics: tracking, counting, attendance, route analysis, and demographics.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Multi-source camera support across IP, WiFi, and mobile soft cameras.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Per-camera trigger configuration with real-time event detection and complex condition logic.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Automated actions across push, in-app, email, SMS, signage, and webhooks.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83080"/>
            <a:ext cx="365760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Video, Data, and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31720"/>
            <a:ext cx="3291840" cy="32004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Local video storage and processing with no mandatory cloud services.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Intelligent communications with audit logging and delivery tracking.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Real-time dashboards, historical analytics, behavioral patterns, and reporting.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Operational resilience with internet optional except for selected remote notifications.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Architecture, Security, and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"Eyenet is engineered as an edge-capable microservices platform that preserves control while scaling across sites and stakeholders."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Deployment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91840" cy="32004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On-premises and edge deployment with modular microservices and automatic service discovery.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Role-based access, file-level encryption, private VPN support, and full data sovereignty.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Remote diagnostics, centralized logging, audit trails, and trigger execution debugging.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83080"/>
            <a:ext cx="365760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Scalability and Extensibility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31720"/>
            <a:ext cx="3291840" cy="32004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Flexible scaling from homes to industrial sites with hardware-based performance growth.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Unlimited camera support subject to available hardware capacity.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Extensible integrations through REST APIs, webhooks, custom connectors, and signage modules.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Technical Architecture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"Trigger evaluation, orchestration, and context awareness are first-class capabilities rather than bolt-on automation."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Trigger and Action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91840" cy="32004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Granular per-camera rule configuration.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Instant event evaluation against configured conditions.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Reliable action delivery with retry logic and failure tracking.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Complete audit trail for activations and executions.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83080"/>
            <a:ext cx="365760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Context and Signage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31720"/>
            <a:ext cx="3291840" cy="3200400"/>
          </a:xfrm>
          <a:prstGeom prst="rect">
            <a:avLst/>
          </a:prstGeom>
          <a:noFill/>
        </p:spPr>
        <p:txBody>
          <a:bodyPr wrap="square" lIns="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Time, day, occupancy, demographics, velocity, direction, and trajectory-aware triggers.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Historical comparison and multi-camera correlation across zones.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t>Dynamic signage content switching, demographic targeting, and playlist automation.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Eyenet in Action — Operations and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"Representative screenshots from the live platform UX included in the functionalities document."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92808"/>
            <a:ext cx="2414016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27355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Main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82880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aytics-fil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892808"/>
            <a:ext cx="2414016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4992" y="327355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Analytics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182880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892808"/>
            <a:ext cx="2414016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9904" y="327355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System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alytics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41648"/>
            <a:ext cx="2414016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4223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Analytics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397764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analytics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4041648"/>
            <a:ext cx="2414016" cy="1325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64992" y="54223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Detection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397764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mera-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4041648"/>
            <a:ext cx="2414016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89904" y="54223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Camera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744"/>
                </a:solidFill>
              </a:defRPr>
            </a:pPr>
            <a:r>
              <a:t>Eyenet in Action — Automation and Media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457200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 i="1">
                <a:solidFill>
                  <a:srgbClr val="1A2744"/>
                </a:solidFill>
              </a:defRPr>
            </a:pPr>
            <a:r>
              <a:t>"Workflow and endpoint views covering trigger orchestration, signage, media, and playback operations."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gger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92808"/>
            <a:ext cx="2414016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27355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Triggers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82880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ons-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892808"/>
            <a:ext cx="2414016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4992" y="327355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Actions Editor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182880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gital-signage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892808"/>
            <a:ext cx="2414016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9904" y="327355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Digital Signage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vr-groups-deta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41648"/>
            <a:ext cx="2414016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54223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MVR Group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397764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pload-med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4041648"/>
            <a:ext cx="2414016" cy="1325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64992" y="54223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Media Upload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3977640"/>
            <a:ext cx="25420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ignage-android-ap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4041648"/>
            <a:ext cx="2414016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89904" y="54223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2744"/>
                </a:solidFill>
              </a:defRPr>
            </a:pPr>
            <a:r>
              <a:t>Signage Android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Eyenet Vision  |  Functionalities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